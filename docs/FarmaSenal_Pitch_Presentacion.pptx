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25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840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6256001" cy="914400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AA018316-FA65-F88E-3166-DFB2D40226A3}"/>
              </a:ext>
            </a:extLst>
          </p:cNvPr>
          <p:cNvSpPr/>
          <p:nvPr/>
        </p:nvSpPr>
        <p:spPr>
          <a:xfrm>
            <a:off x="9194800" y="4648200"/>
            <a:ext cx="7061200" cy="4038600"/>
          </a:xfrm>
          <a:prstGeom prst="rect">
            <a:avLst/>
          </a:prstGeom>
          <a:solidFill>
            <a:srgbClr val="0425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200" dirty="0"/>
              <a:t>El problema es el quiebre de stock localizado en medicamentos de alta rotación en el canal físico esto produce un desfase logístico con percha vacía que deriva en ventas perdidas y fuga definitiva de clientes hacia la competencia (en un negocio donde más del 50% compra una sola vez)</a:t>
            </a:r>
            <a:endParaRPr lang="es-EC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52</Words>
  <Application>Microsoft Office PowerPoint</Application>
  <PresentationFormat>Personalizado</PresentationFormat>
  <Paragraphs>1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Victor Damian Andrade Arciniegas</cp:lastModifiedBy>
  <cp:revision>2</cp:revision>
  <dcterms:created xsi:type="dcterms:W3CDTF">2006-08-16T00:00:00Z</dcterms:created>
  <dcterms:modified xsi:type="dcterms:W3CDTF">2026-10-08T20:17:05Z</dcterms:modified>
</cp:coreProperties>
</file>
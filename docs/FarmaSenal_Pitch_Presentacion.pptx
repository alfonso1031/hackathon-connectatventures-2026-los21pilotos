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56" r:id="rId3"/>
    <p:sldId id="257" r:id="rId4"/>
    <p:sldId id="258" r:id="rId5"/>
    <p:sldId id="259" r:id="rId6"/>
    <p:sldId id="261" r:id="rId7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25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9" d="100"/>
          <a:sy n="59" d="100"/>
        </p:scale>
        <p:origin x="840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6016" y="640080"/>
            <a:ext cx="14983968" cy="786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D5BD7B5-976A-26FE-A1DB-135C082A30A6}"/>
              </a:ext>
            </a:extLst>
          </p:cNvPr>
          <p:cNvSpPr/>
          <p:nvPr/>
        </p:nvSpPr>
        <p:spPr>
          <a:xfrm>
            <a:off x="636016" y="640080"/>
            <a:ext cx="14983968" cy="7863840"/>
          </a:xfrm>
          <a:prstGeom prst="rect">
            <a:avLst/>
          </a:prstGeom>
          <a:solidFill>
            <a:srgbClr val="04254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36CE037-FC29-1716-905D-E1D17D45959A}"/>
              </a:ext>
            </a:extLst>
          </p:cNvPr>
          <p:cNvSpPr/>
          <p:nvPr/>
        </p:nvSpPr>
        <p:spPr>
          <a:xfrm>
            <a:off x="2082800" y="2042789"/>
            <a:ext cx="12090400" cy="2949714"/>
          </a:xfrm>
          <a:prstGeom prst="rect">
            <a:avLst/>
          </a:prstGeom>
          <a:solidFill>
            <a:srgbClr val="04254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3200" dirty="0"/>
              <a:t>El problema es el quiebre de stock localizado en medicamentos de alta rotación en el canal físico esto produce un desfase logístico con percha vacía que deriva en ventas perdidas y fuga definitiva de clientes hacia la competencia (en un negocio donde más del 50% compra una sola vez)</a:t>
            </a:r>
            <a:endParaRPr lang="es-EC" sz="32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4F2C66D1-2C69-E15F-CA8B-206F1D713BD8}"/>
              </a:ext>
            </a:extLst>
          </p:cNvPr>
          <p:cNvSpPr txBox="1"/>
          <p:nvPr/>
        </p:nvSpPr>
        <p:spPr>
          <a:xfrm>
            <a:off x="4546600" y="1371600"/>
            <a:ext cx="7162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sz="4000" dirty="0">
                <a:solidFill>
                  <a:schemeClr val="bg1"/>
                </a:solidFill>
              </a:rPr>
              <a:t>PROBLEMA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893D74C-0CF7-BD7F-A9FB-8129FF02815E}"/>
              </a:ext>
            </a:extLst>
          </p:cNvPr>
          <p:cNvSpPr txBox="1"/>
          <p:nvPr/>
        </p:nvSpPr>
        <p:spPr>
          <a:xfrm>
            <a:off x="4546600" y="4853795"/>
            <a:ext cx="7162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sz="4000" dirty="0">
                <a:solidFill>
                  <a:schemeClr val="bg1"/>
                </a:solidFill>
              </a:rPr>
              <a:t>SOLUCIÓN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0E05C491-0598-B185-DBE5-4F53DB0DF8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666" t="16311" r="17335" b="16523"/>
          <a:stretch>
            <a:fillRect/>
          </a:stretch>
        </p:blipFill>
        <p:spPr>
          <a:xfrm>
            <a:off x="3403600" y="5392577"/>
            <a:ext cx="2438400" cy="2641600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552F1831-E78D-73D5-FEEB-28B8C489F021}"/>
              </a:ext>
            </a:extLst>
          </p:cNvPr>
          <p:cNvSpPr txBox="1"/>
          <p:nvPr/>
        </p:nvSpPr>
        <p:spPr>
          <a:xfrm>
            <a:off x="5351526" y="6251712"/>
            <a:ext cx="55529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sz="5400" dirty="0">
                <a:solidFill>
                  <a:schemeClr val="bg1"/>
                </a:solidFill>
                <a:latin typeface="Aptos Black" panose="020F0502020204030204" pitchFamily="34" charset="0"/>
              </a:rPr>
              <a:t>FARMASEÑAL</a:t>
            </a:r>
          </a:p>
        </p:txBody>
      </p:sp>
    </p:spTree>
    <p:extLst>
      <p:ext uri="{BB962C8B-B14F-4D97-AF65-F5344CB8AC3E}">
        <p14:creationId xmlns:p14="http://schemas.microsoft.com/office/powerpoint/2010/main" val="20500207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16256001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55</Words>
  <Application>Microsoft Office PowerPoint</Application>
  <PresentationFormat>Personalizado</PresentationFormat>
  <Paragraphs>4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0" baseType="lpstr">
      <vt:lpstr>Aptos Black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Victor Damian Andrade Arciniegas</cp:lastModifiedBy>
  <cp:revision>3</cp:revision>
  <dcterms:created xsi:type="dcterms:W3CDTF">2006-08-16T00:00:00Z</dcterms:created>
  <dcterms:modified xsi:type="dcterms:W3CDTF">2026-10-08T20:38:36Z</dcterms:modified>
</cp:coreProperties>
</file>